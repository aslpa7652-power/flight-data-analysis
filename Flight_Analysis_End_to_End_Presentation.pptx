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5F7FA"/>
                </a:solidFill>
                <a:latin typeface="Aptos"/>
              </a:rPr>
              <a:t>FLIGHT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597FF"/>
                </a:solidFill>
                <a:latin typeface="Aptos"/>
              </a:rPr>
              <a:t>End-to-End 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EB9CB"/>
                </a:solidFill>
                <a:latin typeface="Aptos"/>
              </a:rPr>
              <a:t>Excel → Python → SQL → Power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246888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794760"/>
            <a:ext cx="54864" cy="114300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793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10,683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794760"/>
            <a:ext cx="246888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3794760"/>
            <a:ext cx="54864" cy="114300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3931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AVERAGE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793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₹9,087.06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246888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794760"/>
            <a:ext cx="54864" cy="114300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MAX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793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₹79,512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794760"/>
            <a:ext cx="246888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3794760"/>
            <a:ext cx="54864" cy="114300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3931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793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3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Airline pricing • routes • timing • duration • stops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Objective, workflow and analytical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743200" cy="44805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48056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0008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Analyze flight data to identify pricing patterns, popular routes, airline performance, timing effects and stop/duration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325880"/>
            <a:ext cx="2743200" cy="44805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325880"/>
            <a:ext cx="54864" cy="448056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4630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350008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1. Excel data review
2. Python cleaning &amp; EDA
3. SQL business analysis
4. Power BI dashboard
5. Key insights &amp;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25880"/>
            <a:ext cx="4892040" cy="44805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325880"/>
            <a:ext cx="54864" cy="448056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1463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BUSINESS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50008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• Which airlines are expensive/affordable?
• Which sources and destinations dominate?
• Which routes are popular, cheap or expensive?
• Does duration affect price?
• Does number of stops affect price?
• Which months and departure hours have higher prices?
• What are the cheapest and most expensive flights?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Dataset &amp; Excel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Initial structure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4864" cy="182880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173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10,683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04288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Flight pricing and journey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38328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182880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MAIN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6479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Airline • Route •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04288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Journey, source, destination, timing and duration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280160"/>
            <a:ext cx="361188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0" y="1280160"/>
            <a:ext cx="54864" cy="182880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9" y="1417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CLEANING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17647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No null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3042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Duplicate-looking combinations can be valid because flights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Important columns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airline, source, destination, 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4281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day_of_journey, month_of_journey, year_of_journey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451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dep_hour, dep_min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4748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duration_hour, duration_min, duration_category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98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total_stops, additional_info, price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5074920" cy="2423160"/>
          </a:xfrm>
          <a:prstGeom prst="roundRect">
            <a:avLst/>
          </a:prstGeom>
          <a:solidFill>
            <a:srgbClr val="172033"/>
          </a:solidFill>
          <a:ln>
            <a:solidFill>
              <a:srgbClr val="45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349800"/>
            <a:ext cx="4709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EXCEL / CLEAN DATA PREVIEW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689043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EB9CB"/>
                </a:solidFill>
                <a:latin typeface="Aptos"/>
              </a:rPr>
              <a:t>Insert actual Power BI screenshot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Python — 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Pandas-based cleaning, transformation and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8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Loaded the cleaned flight dataset with Pandas.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18360"/>
            <a:ext cx="5303520" cy="8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Checked data types and missing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65120"/>
            <a:ext cx="5303520" cy="8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Handled journey date components and time-related fields.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5303520" cy="8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Prepared duration information using hours and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8640"/>
            <a:ext cx="5303520" cy="8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Created/used duration categories for comparison.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05400"/>
            <a:ext cx="5303520" cy="81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Validated the cleaned dataset before SQL loading.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3840480"/>
          </a:xfrm>
          <a:prstGeom prst="roundRect">
            <a:avLst/>
          </a:prstGeom>
          <a:solidFill>
            <a:srgbClr val="070C16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81328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7DFED"/>
                </a:solidFill>
                <a:latin typeface="Consolas"/>
              </a:rPr>
              <a:t>df.info()
df.isnull().sum()
df["total_duration"] = (
    df["duration_hour"] * 60 +
    df["duration_min"]
)
df.to_csv(
    "Flight_analysis_clean_nootbook.csv",
    index=False
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440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8E"/>
                </a:solidFill>
                <a:latin typeface="Aptos"/>
              </a:rPr>
              <a:t>Python prepared the reliable SQL-ready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Python —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Examples of business questions explored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82880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AIRLINE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Average price by airline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00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Group → mean → sort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54864" cy="182880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SOURCE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Flights &amp; price by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500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Count + average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2900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54864" cy="182880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TIME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105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Hour / month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500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Volume + price trends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342900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520440"/>
            <a:ext cx="54864" cy="182880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005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Duration vs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5445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Short / medium / long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520440"/>
            <a:ext cx="342900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520440"/>
            <a:ext cx="54864" cy="182880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005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Popular &amp; expensive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445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Route-level aggregation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520440"/>
            <a:ext cx="3429000" cy="18288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520440"/>
            <a:ext cx="54864" cy="182880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005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Stops vs 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445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Average price by stops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B9CB"/>
                </a:solidFill>
                <a:latin typeface="Aptos"/>
              </a:rPr>
              <a:t>The same business logic was later reproduced and validated in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SQL —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Database loading and structure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94960" cy="2194560"/>
          </a:xfrm>
          <a:prstGeom prst="roundRect">
            <a:avLst/>
          </a:prstGeom>
          <a:solidFill>
            <a:srgbClr val="070C16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35607"/>
            <a:ext cx="51206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DFED"/>
                </a:solidFill>
                <a:latin typeface="Consolas"/>
              </a:rPr>
              <a:t>SELECT COUNT(*) FROM fltdata;
DESCRIBE fltdata;
SELECT * FROM fltdata;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074920" cy="21945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54864" cy="219456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ROW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105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10,683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5000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Validated after loading cleaned data into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SQL covered airline, source, destination, route, departure time, duration, journey month, price, stops and additional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332720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GROUP BY + AVG() for pricing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06340"/>
            <a:ext cx="10332720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GROUP BY + COUNT() for flight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332720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ORDER BY + LIMIT for Top/Bottom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00700"/>
            <a:ext cx="10332720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MIN(), MAX(), AVG() for overall price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SQL — Airline, Source &amp; Destination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Core business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132588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HIGHEST AVG AIRLINE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Jet Airways Business — ₹58,358.67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54864" cy="132588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LOWEST AVG AIRLINE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Trujet — ₹4,140.00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54864" cy="132588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FLIGHTS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Jet Airways — 3,849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063240"/>
            <a:ext cx="54864" cy="132588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TOP SOURCE BY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478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Delhi — 4,537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0632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063240"/>
            <a:ext cx="54864" cy="132588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HIGHEST SOURCE AVG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5478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Delhi — ₹10,539.44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632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063240"/>
            <a:ext cx="54864" cy="132588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TOP DESTINATION BY 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478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Cochin — 4,537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920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892040"/>
            <a:ext cx="54864" cy="132588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HIGHEST DESTINATION AVG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376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New Delhi — ₹11,917.72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8920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43400" y="4892040"/>
            <a:ext cx="54864" cy="132588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2628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LOWEST SOURCE AVG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376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Chennai — ₹4,789.89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892040"/>
            <a:ext cx="34290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4892040"/>
            <a:ext cx="54864" cy="132588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LOWEST DESTINATION AVG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76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Kolkata — ₹4,789.89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SQL — Route &amp; Departure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Route popularity, pricing and departure-hour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5544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155448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POPULAR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DEL → BOM → COK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58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2,376 flights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15544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54864" cy="155448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EXPENSIVE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BOM → DED → DEL → HYD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58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₹24,115 average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29000" cy="15544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54864" cy="155448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CHEAPEST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BOM → HYD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58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₹3,932.81 average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429000" cy="15544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54864" cy="155448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FLIGHTS BY HOUR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09:00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178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916 flights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154680"/>
            <a:ext cx="3429000" cy="15544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154680"/>
            <a:ext cx="54864" cy="155448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HIGHEST AVG PRICE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03:00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178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₹10,474.63 average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154680"/>
            <a:ext cx="3429000" cy="155448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154680"/>
            <a:ext cx="54864" cy="155448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LOWEST AVG PRICE 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01:00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178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₹4,354.62 average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035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Route analysis supports both demand and pricing comparisons.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SQL — Duration, Journey &amp; Price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Time, duration and overall price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118872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LONG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₹11,463.15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58568"/>
            <a:ext cx="31089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4,759 flights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54864" cy="118872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MEDIUM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₹10,329.12 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58568"/>
            <a:ext cx="31089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2,400 flights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54864" cy="118872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SHORT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₹5,032.37 avg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58568"/>
            <a:ext cx="31089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3,524 flights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54864" cy="118872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FLIGHTS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5468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154680"/>
            <a:ext cx="54864" cy="118872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HIGHEST AVG PRICE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March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5468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154680"/>
            <a:ext cx="54864" cy="118872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LOWEST AVG PRICE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April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3776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937760"/>
            <a:ext cx="54864" cy="118872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" y="5074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AVERAGE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422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₹9,087.06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93776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43400" y="4937760"/>
            <a:ext cx="54864" cy="118872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80" y="5074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MIN PRICE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422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₹1,759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937760"/>
            <a:ext cx="342900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46720" y="4937760"/>
            <a:ext cx="54864" cy="118872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5074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MAX PRICE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422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₹79,512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SQL — Stops, Expensive/Cheap Flights &amp; Additional Info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Additional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5087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150876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COMMON STOPS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1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5087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54864" cy="150876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STOP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19072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Higher stops → higher avg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15087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54864" cy="150876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COMMON 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190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No 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51663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54864" cy="196596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MOST EXPENSIVE 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93591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Jet Airways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7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Banglore → New Delhi
BLR → BOM → DEL • 1 stop • ₹79,512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108960"/>
            <a:ext cx="534924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3108960"/>
            <a:ext cx="54864" cy="196596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CHEAPEST FLIGHT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9359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SpiceJet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33087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Mumbai → Hyderabad
BOM → HYD • 0 stops • ₹1,759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B9CB"/>
                </a:solidFill>
                <a:latin typeface="Aptos"/>
              </a:rPr>
              <a:t>Additional information was compared with flight count and average price.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Power BI — Dashboard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Three analytical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3891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38912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PAGE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Flight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0008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KPI cards + airline, source, destination, duration, stops and monthly pricing.
Overall market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3891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54864" cy="438912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PAGE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105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Price &amp; Route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0008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Price KPIs + popular/expensive routes + cheapest/expensive route charts + airline comparison.
Pricing and route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337560" cy="438912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54864" cy="438912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PAGE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Time, Duration &amp; Stops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50008"/>
            <a:ext cx="30175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4 KPI cards + 7 charts + 5 slicers.
Timing, duration and stop 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Power BI — Page 1: Flight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Airline, source, destination, duration, stops and monthly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4800600"/>
          </a:xfrm>
          <a:prstGeom prst="roundRect">
            <a:avLst/>
          </a:prstGeom>
          <a:solidFill>
            <a:srgbClr val="172033"/>
          </a:solidFill>
          <a:ln>
            <a:solidFill>
              <a:srgbClr val="45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30586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POWER BI — PAGE 1: FLIGHT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30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EB9CB"/>
                </a:solidFill>
                <a:latin typeface="Aptos"/>
              </a:rPr>
              <a:t>Insert actual Power BI screenshot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9CB"/>
                </a:solidFill>
                <a:latin typeface="Aptos"/>
              </a:rPr>
              <a:t>Paste the actual dashboard screenshot on this slide for the final presentation.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612B24-442E-33AF-058E-318B80EC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1234441"/>
            <a:ext cx="11126753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Power BI — Page 2: Price &amp; Route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Average/max price, popular route, expensive route and cheapest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4800600"/>
          </a:xfrm>
          <a:prstGeom prst="roundRect">
            <a:avLst/>
          </a:prstGeom>
          <a:solidFill>
            <a:srgbClr val="172033"/>
          </a:solidFill>
          <a:ln>
            <a:solidFill>
              <a:srgbClr val="45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30586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POWER BI — PAGE 2: PRICE &amp; ROUTE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30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EB9CB"/>
                </a:solidFill>
                <a:latin typeface="Aptos"/>
              </a:rPr>
              <a:t>Insert actual Power BI screenshot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9CB"/>
                </a:solidFill>
                <a:latin typeface="Aptos"/>
              </a:rPr>
              <a:t>Paste the actual dashboard screenshot on this slide for the final presentation.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DB7ECB-0FA8-67F5-966D-240DAD677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1207008"/>
            <a:ext cx="11098174" cy="52751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Power BI — Page 3: Time, Duration &amp; Stops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4 KPI cards, 7 charts and 5 slicers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4800600"/>
          </a:xfrm>
          <a:prstGeom prst="roundRect">
            <a:avLst/>
          </a:prstGeom>
          <a:solidFill>
            <a:srgbClr val="172033"/>
          </a:solidFill>
          <a:ln>
            <a:solidFill>
              <a:srgbClr val="45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30586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POWER BI — PAGE 3: TIME, DURATION &amp; STOPS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30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EB9CB"/>
                </a:solidFill>
                <a:latin typeface="Aptos"/>
              </a:rPr>
              <a:t>Insert actual Power BI screenshot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9CB"/>
                </a:solidFill>
                <a:latin typeface="Aptos"/>
              </a:rPr>
              <a:t>Paste the actual dashboard screenshot on this slide for the final presentation.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C2E68D-612C-7DEA-8414-9831B051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197863"/>
            <a:ext cx="11050542" cy="53033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What the analysis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Jet Airways Business has the highest average ticket price among airlines in the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Trujet has the lowest average ticket price among airlines.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95144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Jet Airways operates the highest number of flights.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25496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Delhi leads source-city flight volume and has the highest source-level average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55848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Cochin is the leading destination by flight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DEL → BOM → COK is the most popular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16552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BOM → DED → DEL → HYD has the highest average route price.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46904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Long-duration flights have a substantially higher average price than short-duration flights.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77256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March has the highest average ticket price among journey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07608"/>
            <a:ext cx="10789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The most expensive observed flight costs ₹79,512; the cheapest costs ₹1,759.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Recommendations &amp; Business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How the insights can support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375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1965960"/>
          </a:xfrm>
          <a:prstGeom prst="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Monitor high-price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585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Use route, duration and stop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375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54864" cy="196596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CUSTOMER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190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Identify affordable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585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Compare airlines and routes with lower averages.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3375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54864" cy="196596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190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Focus on high-volume markets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585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Use popular sources, destinations and routes.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3375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54864" cy="1965960"/>
          </a:xfrm>
          <a:prstGeom prst="rect">
            <a:avLst/>
          </a:prstGeom>
          <a:solidFill>
            <a:srgbClr val="F5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TIMING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0507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Understand departure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59028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Use hourly price and volume trends.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566160"/>
            <a:ext cx="33375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566160"/>
            <a:ext cx="54864" cy="196596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ROUTE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507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Compare route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59028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Separate high-demand and high-price routes.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66160"/>
            <a:ext cx="3337560" cy="196596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3566160"/>
            <a:ext cx="54864" cy="196596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0507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Interactive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9028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9CB"/>
                </a:solidFill>
                <a:latin typeface="Aptos"/>
              </a:rPr>
              <a:t>Filter by airline, month, route, duration and stops.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9CB"/>
                </a:solidFill>
                <a:latin typeface="Aptos"/>
              </a:rPr>
              <a:t>Portfolio-ready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EB9CB"/>
                </a:solidFill>
                <a:latin typeface="Aptos"/>
              </a:rPr>
              <a:t>Flight Analysis Portfolio Project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Cleaned flight dataset ready for SQL loading.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Python notebook for data preparation and exploratory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MySQL database table with business-question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Power BI dashboard with 3 analytical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KPI cards, charts and slicers for interactive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Business insights covering airline, source, destination, route, time, duration, stops and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• Presentation documenting the complete analytics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417320"/>
            <a:ext cx="393192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79" y="1417320"/>
            <a:ext cx="54864" cy="1143000"/>
          </a:xfrm>
          <a:prstGeom prst="rect">
            <a:avLst/>
          </a:prstGeom>
          <a:solidFill>
            <a:srgbClr val="45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59" y="155448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1901952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Excel • Python • SQL • Power BI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788920"/>
            <a:ext cx="393192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2788920"/>
            <a:ext cx="54864" cy="1143000"/>
          </a:xfrm>
          <a:prstGeom prst="rect">
            <a:avLst/>
          </a:prstGeom>
          <a:solidFill>
            <a:srgbClr val="3EC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59" y="2926079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273552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10,683 flight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160520"/>
            <a:ext cx="393192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4160520"/>
            <a:ext cx="54864" cy="1143000"/>
          </a:xfrm>
          <a:prstGeom prst="rect">
            <a:avLst/>
          </a:prstGeom>
          <a:solidFill>
            <a:srgbClr val="9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59" y="429768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9CB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4645152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Interactive BI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965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5F7FA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597FF"/>
                </a:solidFill>
                <a:latin typeface="Aptos"/>
              </a:rPr>
              <a:t>Flight Analysis — End-to-End 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B9CB"/>
                </a:solidFill>
                <a:latin typeface="Aptos"/>
              </a:rPr>
              <a:t>Excel  →  Python  →  SQL  → 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1576</Words>
  <Application>Microsoft Office PowerPoint</Application>
  <PresentationFormat>Widescreen</PresentationFormat>
  <Paragraphs>252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aasif iqbal</dc:creator>
  <cp:keywords/>
  <dc:description>generated using python-pptx</dc:description>
  <cp:lastModifiedBy>AASIF IQBAL</cp:lastModifiedBy>
  <cp:revision>2</cp:revision>
  <dcterms:created xsi:type="dcterms:W3CDTF">2013-01-27T09:14:16Z</dcterms:created>
  <dcterms:modified xsi:type="dcterms:W3CDTF">2026-08-19T10:51:52Z</dcterms:modified>
  <cp:category/>
</cp:coreProperties>
</file>